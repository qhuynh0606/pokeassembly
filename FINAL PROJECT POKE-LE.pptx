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Inter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Inter-regular.fntdata"/><Relationship Id="rId10" Type="http://schemas.openxmlformats.org/officeDocument/2006/relationships/slide" Target="slides/slide5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4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f32caf1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f32caf1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f32caf1ca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f32caf1ca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f32caf1ca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f32caf1ca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f32caf1ca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af32caf1ca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af32caf1ca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af32caf1ca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47"/>
          <p:cNvCxnSpPr/>
          <p:nvPr/>
        </p:nvCxnSpPr>
        <p:spPr>
          <a:xfrm>
            <a:off x="283850" y="14675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7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4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FINAL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POKE-LE</a:t>
            </a:r>
            <a:endParaRPr/>
          </a:p>
        </p:txBody>
      </p:sp>
      <p:cxnSp>
        <p:nvCxnSpPr>
          <p:cNvPr id="365" name="Google Shape;365;p4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6" name="Google Shape;36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575" y="1555585"/>
            <a:ext cx="3012900" cy="3012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7" name="Google Shape;367;p47"/>
          <p:cNvSpPr txBox="1"/>
          <p:nvPr/>
        </p:nvSpPr>
        <p:spPr>
          <a:xfrm>
            <a:off x="3470475" y="4261275"/>
            <a:ext cx="20832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Jonathan Huynh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8"/>
          <p:cNvSpPr/>
          <p:nvPr/>
        </p:nvSpPr>
        <p:spPr>
          <a:xfrm>
            <a:off x="4629750" y="3219178"/>
            <a:ext cx="4229700" cy="145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3" name="Google Shape;373;p48"/>
          <p:cNvSpPr/>
          <p:nvPr/>
        </p:nvSpPr>
        <p:spPr>
          <a:xfrm>
            <a:off x="4629750" y="3217800"/>
            <a:ext cx="4229700" cy="1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48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Overview</a:t>
            </a:r>
            <a:endParaRPr/>
          </a:p>
        </p:txBody>
      </p:sp>
      <p:sp>
        <p:nvSpPr>
          <p:cNvPr id="375" name="Google Shape;375;p4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6" name="Google Shape;376;p4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77" name="Google Shape;377;p4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78" name="Google Shape;378;p48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Based on Pokemon, uses simplified mechanics of Pokemon battles that help simulate how a Pokemon battle would be implemented into MIPS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9" name="Google Shape;379;p48"/>
          <p:cNvSpPr/>
          <p:nvPr/>
        </p:nvSpPr>
        <p:spPr>
          <a:xfrm rot="5400000">
            <a:off x="3852735" y="951709"/>
            <a:ext cx="659347" cy="659347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80" name="Google Shape;380;p48"/>
          <p:cNvCxnSpPr/>
          <p:nvPr/>
        </p:nvCxnSpPr>
        <p:spPr>
          <a:xfrm>
            <a:off x="283850" y="289571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48"/>
          <p:cNvCxnSpPr/>
          <p:nvPr/>
        </p:nvCxnSpPr>
        <p:spPr>
          <a:xfrm>
            <a:off x="283850" y="1751842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48"/>
          <p:cNvCxnSpPr/>
          <p:nvPr/>
        </p:nvCxnSpPr>
        <p:spPr>
          <a:xfrm>
            <a:off x="283850" y="3217783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48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Tell me your favourite pokemon, I'll draw some 🌱 [OC] : r/pokemon" id="384" name="Google Shape;38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525" y="2252401"/>
            <a:ext cx="2324650" cy="242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kémon: Let's Go, Pikachu! and Pokémon: Let's Go, Eevee! | Official Pokémon  Site" id="385" name="Google Shape;38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8951" y="507623"/>
            <a:ext cx="1966200" cy="249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1" name="Google Shape;391;p49"/>
          <p:cNvGrpSpPr/>
          <p:nvPr/>
        </p:nvGrpSpPr>
        <p:grpSpPr>
          <a:xfrm>
            <a:off x="-2400" y="1555125"/>
            <a:ext cx="9146400" cy="3128600"/>
            <a:chOff x="-2400" y="1555125"/>
            <a:chExt cx="9146400" cy="3128600"/>
          </a:xfrm>
        </p:grpSpPr>
        <p:sp>
          <p:nvSpPr>
            <p:cNvPr id="392" name="Google Shape;392;p49"/>
            <p:cNvSpPr txBox="1"/>
            <p:nvPr/>
          </p:nvSpPr>
          <p:spPr>
            <a:xfrm>
              <a:off x="284850" y="2002750"/>
              <a:ext cx="34944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hpup</a:t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3" name="Google Shape;393;p49"/>
            <p:cNvSpPr txBox="1"/>
            <p:nvPr/>
          </p:nvSpPr>
          <p:spPr>
            <a:xfrm>
              <a:off x="284850" y="1555575"/>
              <a:ext cx="34944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4" name="Google Shape;394;p49"/>
            <p:cNvSpPr txBox="1"/>
            <p:nvPr/>
          </p:nvSpPr>
          <p:spPr>
            <a:xfrm>
              <a:off x="3578250" y="1555575"/>
              <a:ext cx="23784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Syntax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5" name="Google Shape;395;p49"/>
            <p:cNvSpPr txBox="1"/>
            <p:nvPr/>
          </p:nvSpPr>
          <p:spPr>
            <a:xfrm>
              <a:off x="6086100" y="1555575"/>
              <a:ext cx="27708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Purpose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6" name="Google Shape;396;p49"/>
            <p:cNvSpPr txBox="1"/>
            <p:nvPr/>
          </p:nvSpPr>
          <p:spPr>
            <a:xfrm>
              <a:off x="284850" y="2673326"/>
              <a:ext cx="3494400" cy="4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atk</a:t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7" name="Google Shape;397;p49"/>
            <p:cNvSpPr txBox="1"/>
            <p:nvPr/>
          </p:nvSpPr>
          <p:spPr>
            <a:xfrm>
              <a:off x="284850" y="3343475"/>
              <a:ext cx="34944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atkup</a:t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8" name="Google Shape;398;p49"/>
            <p:cNvSpPr txBox="1"/>
            <p:nvPr/>
          </p:nvSpPr>
          <p:spPr>
            <a:xfrm>
              <a:off x="284850" y="4013600"/>
              <a:ext cx="34944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faint</a:t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9" name="Google Shape;399;p49"/>
            <p:cNvSpPr txBox="1"/>
            <p:nvPr/>
          </p:nvSpPr>
          <p:spPr>
            <a:xfrm>
              <a:off x="3578125" y="2002750"/>
              <a:ext cx="23784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Inter"/>
                  <a:ea typeface="Inter"/>
                  <a:cs typeface="Inter"/>
                  <a:sym typeface="Inter"/>
                </a:rPr>
                <a:t>hpup $t0, imm</a:t>
              </a:r>
              <a:endParaRPr sz="1200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0" name="Google Shape;400;p49"/>
            <p:cNvSpPr txBox="1"/>
            <p:nvPr/>
          </p:nvSpPr>
          <p:spPr>
            <a:xfrm>
              <a:off x="3578250" y="2673250"/>
              <a:ext cx="2378400" cy="4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atk $t2, $t1, $t5</a:t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1" name="Google Shape;401;p49"/>
            <p:cNvSpPr txBox="1"/>
            <p:nvPr/>
          </p:nvSpPr>
          <p:spPr>
            <a:xfrm>
              <a:off x="3578250" y="3343400"/>
              <a:ext cx="23784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atkup $t1, imm</a:t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2" name="Google Shape;402;p49"/>
            <p:cNvSpPr txBox="1"/>
            <p:nvPr/>
          </p:nvSpPr>
          <p:spPr>
            <a:xfrm>
              <a:off x="3578250" y="4013625"/>
              <a:ext cx="23784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faint $t3, label</a:t>
              </a:r>
              <a:endPara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3" name="Google Shape;403;p49"/>
            <p:cNvSpPr txBox="1"/>
            <p:nvPr/>
          </p:nvSpPr>
          <p:spPr>
            <a:xfrm>
              <a:off x="6086100" y="2002750"/>
              <a:ext cx="27708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Heals by imm amount</a:t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4" name="Google Shape;404;p49"/>
            <p:cNvSpPr txBox="1"/>
            <p:nvPr/>
          </p:nvSpPr>
          <p:spPr>
            <a:xfrm>
              <a:off x="6086100" y="2673251"/>
              <a:ext cx="2770800" cy="4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Compute raw dmg (atk - def)</a:t>
              </a:r>
              <a:endParaRPr sz="12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5" name="Google Shape;405;p49"/>
            <p:cNvSpPr txBox="1"/>
            <p:nvPr/>
          </p:nvSpPr>
          <p:spPr>
            <a:xfrm>
              <a:off x="6086100" y="3343393"/>
              <a:ext cx="27708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Increase ATK stat</a:t>
              </a:r>
              <a:endParaRPr sz="12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6" name="Google Shape;406;p49"/>
            <p:cNvSpPr txBox="1"/>
            <p:nvPr/>
          </p:nvSpPr>
          <p:spPr>
            <a:xfrm>
              <a:off x="6086100" y="4013625"/>
              <a:ext cx="27708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Branches if HP&lt;=0</a:t>
              </a:r>
              <a:endParaRPr sz="12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407" name="Google Shape;407;p49"/>
            <p:cNvCxnSpPr/>
            <p:nvPr/>
          </p:nvCxnSpPr>
          <p:spPr>
            <a:xfrm>
              <a:off x="-2400" y="2003200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49"/>
            <p:cNvCxnSpPr/>
            <p:nvPr/>
          </p:nvCxnSpPr>
          <p:spPr>
            <a:xfrm>
              <a:off x="-2400" y="2673333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49"/>
            <p:cNvCxnSpPr/>
            <p:nvPr/>
          </p:nvCxnSpPr>
          <p:spPr>
            <a:xfrm>
              <a:off x="-2400" y="3343467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49"/>
            <p:cNvCxnSpPr/>
            <p:nvPr/>
          </p:nvCxnSpPr>
          <p:spPr>
            <a:xfrm>
              <a:off x="-2400" y="4013600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49"/>
            <p:cNvCxnSpPr/>
            <p:nvPr/>
          </p:nvCxnSpPr>
          <p:spPr>
            <a:xfrm>
              <a:off x="-2400" y="4683725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49"/>
            <p:cNvCxnSpPr/>
            <p:nvPr/>
          </p:nvCxnSpPr>
          <p:spPr>
            <a:xfrm>
              <a:off x="-2400" y="1555125"/>
              <a:ext cx="9146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3" name="Google Shape;413;p49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Instructions</a:t>
            </a:r>
            <a:endParaRPr/>
          </a:p>
        </p:txBody>
      </p:sp>
      <p:pic>
        <p:nvPicPr>
          <p:cNvPr descr="The Top 10 Cutest Water-Type Pokémon - YumeTwins: The Monthly Kawaii  Subscription Box Straight from Tokyo to Your Door!" id="414" name="Google Shape;41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648" y="842950"/>
            <a:ext cx="682100" cy="68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Top 10 Cutest Water-Type Pokémon - YumeTwins: The Monthly Kawaii  Subscription Box Straight from Tokyo to Your Door!" id="415" name="Google Shape;41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748" y="839875"/>
            <a:ext cx="682100" cy="68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Top 10 Cutest Water-Type Pokémon - YumeTwins: The Monthly Kawaii  Subscription Box Straight from Tokyo to Your Door!" id="416" name="Google Shape;41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798" y="839875"/>
            <a:ext cx="682100" cy="68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Top 10 Cutest Water-Type Pokémon - YumeTwins: The Monthly Kawaii  Subscription Box Straight from Tokyo to Your Door!" id="417" name="Google Shape;41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4198" y="842950"/>
            <a:ext cx="682100" cy="68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Top 10 Cutest Water-Type Pokémon - YumeTwins: The Monthly Kawaii  Subscription Box Straight from Tokyo to Your Door!" id="418" name="Google Shape;41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3998" y="842950"/>
            <a:ext cx="682100" cy="68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Top 10 Cutest Water-Type Pokémon - YumeTwins: The Monthly Kawaii  Subscription Box Straight from Tokyo to Your Door!" id="419" name="Google Shape;41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3648" y="842950"/>
            <a:ext cx="682100" cy="68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Top 10 Cutest Water-Type Pokémon - YumeTwins: The Monthly Kawaii  Subscription Box Straight from Tokyo to Your Door!" id="420" name="Google Shape;42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398" y="873475"/>
            <a:ext cx="682100" cy="68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Top 10 Cutest Water-Type Pokémon - YumeTwins: The Monthly Kawaii  Subscription Box Straight from Tokyo to Your Door!" id="421" name="Google Shape;42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4598" y="842950"/>
            <a:ext cx="682100" cy="68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Top 10 Cutest Water-Type Pokémon - YumeTwins: The Monthly Kawaii  Subscription Box Straight from Tokyo to Your Door!" id="422" name="Google Shape;42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5748" y="829225"/>
            <a:ext cx="682100" cy="68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Top 10 Cutest Water-Type Pokémon - YumeTwins: The Monthly Kawaii  Subscription Box Straight from Tokyo to Your Door!" id="423" name="Google Shape;42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5198" y="829225"/>
            <a:ext cx="682100" cy="68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Top 10 Cutest Water-Type Pokémon - YumeTwins: The Monthly Kawaii  Subscription Box Straight from Tokyo to Your Door!" id="424" name="Google Shape;42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948" y="859750"/>
            <a:ext cx="682100" cy="68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Top 10 Cutest Water-Type Pokémon - YumeTwins: The Monthly Kawaii  Subscription Box Straight from Tokyo to Your Door!" id="425" name="Google Shape;42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6148" y="829225"/>
            <a:ext cx="682100" cy="68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/>
          <p:nvPr/>
        </p:nvSpPr>
        <p:spPr>
          <a:xfrm>
            <a:off x="4629750" y="285900"/>
            <a:ext cx="4227300" cy="1465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50"/>
          <p:cNvSpPr/>
          <p:nvPr/>
        </p:nvSpPr>
        <p:spPr>
          <a:xfrm>
            <a:off x="4629750" y="3217800"/>
            <a:ext cx="4227300" cy="146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" name="Google Shape;432;p50"/>
          <p:cNvSpPr/>
          <p:nvPr/>
        </p:nvSpPr>
        <p:spPr>
          <a:xfrm>
            <a:off x="4629750" y="1752000"/>
            <a:ext cx="4227300" cy="146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p50"/>
          <p:cNvSpPr txBox="1"/>
          <p:nvPr>
            <p:ph idx="1" type="subTitle"/>
          </p:nvPr>
        </p:nvSpPr>
        <p:spPr>
          <a:xfrm>
            <a:off x="4629000" y="285900"/>
            <a:ext cx="3679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Strength: Fairly simple to read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4" name="Google Shape;434;p5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50"/>
          <p:cNvSpPr txBox="1"/>
          <p:nvPr>
            <p:ph type="title"/>
          </p:nvPr>
        </p:nvSpPr>
        <p:spPr>
          <a:xfrm>
            <a:off x="283850" y="285900"/>
            <a:ext cx="2764800" cy="14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Strengths and Weaknesses</a:t>
            </a:r>
            <a:endParaRPr/>
          </a:p>
        </p:txBody>
      </p:sp>
      <p:sp>
        <p:nvSpPr>
          <p:cNvPr id="436" name="Google Shape;436;p5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 code was built to be pretty easy to grasp so that it can quickly be adapted and be used.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7" name="Google Shape;437;p50"/>
          <p:cNvSpPr txBox="1"/>
          <p:nvPr>
            <p:ph idx="5" type="subTitle"/>
          </p:nvPr>
        </p:nvSpPr>
        <p:spPr>
          <a:xfrm>
            <a:off x="4629000" y="1751850"/>
            <a:ext cx="3679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Strength: Fits the Theme Well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8" name="Google Shape;438;p5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It definitely is a Pokemon battler, </a:t>
            </a:r>
            <a:r>
              <a:rPr lang="en">
                <a:solidFill>
                  <a:schemeClr val="lt1"/>
                </a:solidFill>
              </a:rPr>
              <a:t>albeit</a:t>
            </a:r>
            <a:r>
              <a:rPr lang="en">
                <a:solidFill>
                  <a:schemeClr val="lt1"/>
                </a:solidFill>
              </a:rPr>
              <a:t> a simple one.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9" name="Google Shape;439;p50"/>
          <p:cNvSpPr txBox="1"/>
          <p:nvPr>
            <p:ph idx="7" type="subTitle"/>
          </p:nvPr>
        </p:nvSpPr>
        <p:spPr>
          <a:xfrm>
            <a:off x="4629000" y="3217800"/>
            <a:ext cx="3679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Weakness: Narrow in current scope</a:t>
            </a:r>
            <a:endParaRPr/>
          </a:p>
        </p:txBody>
      </p:sp>
      <p:sp>
        <p:nvSpPr>
          <p:cNvPr id="440" name="Google Shape;440;p5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version is very limited; Only 3 types, just single attacks/ no highly complex interactions</a:t>
            </a:r>
            <a:endParaRPr/>
          </a:p>
        </p:txBody>
      </p:sp>
      <p:sp>
        <p:nvSpPr>
          <p:cNvPr descr="Download icon." id="441" name="Google Shape;441;p50"/>
          <p:cNvSpPr/>
          <p:nvPr/>
        </p:nvSpPr>
        <p:spPr>
          <a:xfrm>
            <a:off x="8437982" y="3392025"/>
            <a:ext cx="236797" cy="236797"/>
          </a:xfrm>
          <a:custGeom>
            <a:rect b="b" l="l" r="r" t="t"/>
            <a:pathLst>
              <a:path extrusionOk="0" h="50222" w="50222">
                <a:moveTo>
                  <a:pt x="22600" y="0"/>
                </a:moveTo>
                <a:lnTo>
                  <a:pt x="22600" y="25550"/>
                </a:lnTo>
                <a:lnTo>
                  <a:pt x="16071" y="19084"/>
                </a:lnTo>
                <a:lnTo>
                  <a:pt x="12555" y="22600"/>
                </a:lnTo>
                <a:lnTo>
                  <a:pt x="25111" y="35155"/>
                </a:lnTo>
                <a:lnTo>
                  <a:pt x="37666" y="22600"/>
                </a:lnTo>
                <a:lnTo>
                  <a:pt x="34151" y="19084"/>
                </a:lnTo>
                <a:lnTo>
                  <a:pt x="27622" y="25550"/>
                </a:lnTo>
                <a:lnTo>
                  <a:pt x="27622" y="0"/>
                </a:lnTo>
                <a:close/>
                <a:moveTo>
                  <a:pt x="17578" y="1130"/>
                </a:moveTo>
                <a:lnTo>
                  <a:pt x="16636" y="1444"/>
                </a:lnTo>
                <a:lnTo>
                  <a:pt x="15694" y="1821"/>
                </a:lnTo>
                <a:lnTo>
                  <a:pt x="14753" y="2197"/>
                </a:lnTo>
                <a:lnTo>
                  <a:pt x="13874" y="2574"/>
                </a:lnTo>
                <a:lnTo>
                  <a:pt x="12995" y="3076"/>
                </a:lnTo>
                <a:lnTo>
                  <a:pt x="12116" y="3516"/>
                </a:lnTo>
                <a:lnTo>
                  <a:pt x="11300" y="4081"/>
                </a:lnTo>
                <a:lnTo>
                  <a:pt x="10484" y="4583"/>
                </a:lnTo>
                <a:lnTo>
                  <a:pt x="9668" y="5211"/>
                </a:lnTo>
                <a:lnTo>
                  <a:pt x="8914" y="5838"/>
                </a:lnTo>
                <a:lnTo>
                  <a:pt x="8161" y="6466"/>
                </a:lnTo>
                <a:lnTo>
                  <a:pt x="7470" y="7157"/>
                </a:lnTo>
                <a:lnTo>
                  <a:pt x="6780" y="7847"/>
                </a:lnTo>
                <a:lnTo>
                  <a:pt x="6089" y="8601"/>
                </a:lnTo>
                <a:lnTo>
                  <a:pt x="5462" y="9354"/>
                </a:lnTo>
                <a:lnTo>
                  <a:pt x="4834" y="10170"/>
                </a:lnTo>
                <a:lnTo>
                  <a:pt x="4269" y="11049"/>
                </a:lnTo>
                <a:lnTo>
                  <a:pt x="3704" y="11865"/>
                </a:lnTo>
                <a:lnTo>
                  <a:pt x="3202" y="12744"/>
                </a:lnTo>
                <a:lnTo>
                  <a:pt x="2762" y="13623"/>
                </a:lnTo>
                <a:lnTo>
                  <a:pt x="2323" y="14502"/>
                </a:lnTo>
                <a:lnTo>
                  <a:pt x="1946" y="15381"/>
                </a:lnTo>
                <a:lnTo>
                  <a:pt x="1569" y="16322"/>
                </a:lnTo>
                <a:lnTo>
                  <a:pt x="1256" y="17201"/>
                </a:lnTo>
                <a:lnTo>
                  <a:pt x="942" y="18143"/>
                </a:lnTo>
                <a:lnTo>
                  <a:pt x="691" y="19147"/>
                </a:lnTo>
                <a:lnTo>
                  <a:pt x="502" y="20089"/>
                </a:lnTo>
                <a:lnTo>
                  <a:pt x="314" y="21030"/>
                </a:lnTo>
                <a:lnTo>
                  <a:pt x="188" y="22035"/>
                </a:lnTo>
                <a:lnTo>
                  <a:pt x="126" y="23039"/>
                </a:lnTo>
                <a:lnTo>
                  <a:pt x="63" y="24044"/>
                </a:lnTo>
                <a:lnTo>
                  <a:pt x="0" y="25111"/>
                </a:lnTo>
                <a:lnTo>
                  <a:pt x="63" y="26367"/>
                </a:lnTo>
                <a:lnTo>
                  <a:pt x="126" y="27685"/>
                </a:lnTo>
                <a:lnTo>
                  <a:pt x="314" y="28940"/>
                </a:lnTo>
                <a:lnTo>
                  <a:pt x="502" y="30133"/>
                </a:lnTo>
                <a:lnTo>
                  <a:pt x="816" y="31389"/>
                </a:lnTo>
                <a:lnTo>
                  <a:pt x="1130" y="32581"/>
                </a:lnTo>
                <a:lnTo>
                  <a:pt x="1569" y="33711"/>
                </a:lnTo>
                <a:lnTo>
                  <a:pt x="2009" y="34904"/>
                </a:lnTo>
                <a:lnTo>
                  <a:pt x="2511" y="36034"/>
                </a:lnTo>
                <a:lnTo>
                  <a:pt x="3076" y="37101"/>
                </a:lnTo>
                <a:lnTo>
                  <a:pt x="3704" y="38169"/>
                </a:lnTo>
                <a:lnTo>
                  <a:pt x="4332" y="39173"/>
                </a:lnTo>
                <a:lnTo>
                  <a:pt x="5022" y="40178"/>
                </a:lnTo>
                <a:lnTo>
                  <a:pt x="5775" y="41119"/>
                </a:lnTo>
                <a:lnTo>
                  <a:pt x="6529" y="41998"/>
                </a:lnTo>
                <a:lnTo>
                  <a:pt x="7345" y="42877"/>
                </a:lnTo>
                <a:lnTo>
                  <a:pt x="8224" y="43693"/>
                </a:lnTo>
                <a:lnTo>
                  <a:pt x="9165" y="44446"/>
                </a:lnTo>
                <a:lnTo>
                  <a:pt x="10107" y="45200"/>
                </a:lnTo>
                <a:lnTo>
                  <a:pt x="11049" y="45890"/>
                </a:lnTo>
                <a:lnTo>
                  <a:pt x="12053" y="46581"/>
                </a:lnTo>
                <a:lnTo>
                  <a:pt x="13120" y="47146"/>
                </a:lnTo>
                <a:lnTo>
                  <a:pt x="14250" y="47711"/>
                </a:lnTo>
                <a:lnTo>
                  <a:pt x="15318" y="48213"/>
                </a:lnTo>
                <a:lnTo>
                  <a:pt x="16510" y="48715"/>
                </a:lnTo>
                <a:lnTo>
                  <a:pt x="17703" y="49092"/>
                </a:lnTo>
                <a:lnTo>
                  <a:pt x="18896" y="49469"/>
                </a:lnTo>
                <a:lnTo>
                  <a:pt x="20089" y="49720"/>
                </a:lnTo>
                <a:lnTo>
                  <a:pt x="21344" y="49908"/>
                </a:lnTo>
                <a:lnTo>
                  <a:pt x="22600" y="50096"/>
                </a:lnTo>
                <a:lnTo>
                  <a:pt x="23855" y="50159"/>
                </a:lnTo>
                <a:lnTo>
                  <a:pt x="25111" y="50222"/>
                </a:lnTo>
                <a:lnTo>
                  <a:pt x="26429" y="50159"/>
                </a:lnTo>
                <a:lnTo>
                  <a:pt x="27685" y="50096"/>
                </a:lnTo>
                <a:lnTo>
                  <a:pt x="28940" y="49908"/>
                </a:lnTo>
                <a:lnTo>
                  <a:pt x="30196" y="49720"/>
                </a:lnTo>
                <a:lnTo>
                  <a:pt x="31388" y="49469"/>
                </a:lnTo>
                <a:lnTo>
                  <a:pt x="32581" y="49092"/>
                </a:lnTo>
                <a:lnTo>
                  <a:pt x="33774" y="48715"/>
                </a:lnTo>
                <a:lnTo>
                  <a:pt x="34904" y="48213"/>
                </a:lnTo>
                <a:lnTo>
                  <a:pt x="36034" y="47711"/>
                </a:lnTo>
                <a:lnTo>
                  <a:pt x="37164" y="47146"/>
                </a:lnTo>
                <a:lnTo>
                  <a:pt x="38231" y="46581"/>
                </a:lnTo>
                <a:lnTo>
                  <a:pt x="39236" y="45890"/>
                </a:lnTo>
                <a:lnTo>
                  <a:pt x="40177" y="45200"/>
                </a:lnTo>
                <a:lnTo>
                  <a:pt x="41119" y="44446"/>
                </a:lnTo>
                <a:lnTo>
                  <a:pt x="42061" y="43693"/>
                </a:lnTo>
                <a:lnTo>
                  <a:pt x="42877" y="42877"/>
                </a:lnTo>
                <a:lnTo>
                  <a:pt x="43756" y="41998"/>
                </a:lnTo>
                <a:lnTo>
                  <a:pt x="44509" y="41119"/>
                </a:lnTo>
                <a:lnTo>
                  <a:pt x="45262" y="40178"/>
                </a:lnTo>
                <a:lnTo>
                  <a:pt x="45953" y="39173"/>
                </a:lnTo>
                <a:lnTo>
                  <a:pt x="46581" y="38169"/>
                </a:lnTo>
                <a:lnTo>
                  <a:pt x="47208" y="37101"/>
                </a:lnTo>
                <a:lnTo>
                  <a:pt x="47773" y="36034"/>
                </a:lnTo>
                <a:lnTo>
                  <a:pt x="48275" y="34904"/>
                </a:lnTo>
                <a:lnTo>
                  <a:pt x="48715" y="33711"/>
                </a:lnTo>
                <a:lnTo>
                  <a:pt x="49154" y="32581"/>
                </a:lnTo>
                <a:lnTo>
                  <a:pt x="49468" y="31389"/>
                </a:lnTo>
                <a:lnTo>
                  <a:pt x="49782" y="30133"/>
                </a:lnTo>
                <a:lnTo>
                  <a:pt x="49970" y="28940"/>
                </a:lnTo>
                <a:lnTo>
                  <a:pt x="50159" y="27685"/>
                </a:lnTo>
                <a:lnTo>
                  <a:pt x="50222" y="26367"/>
                </a:lnTo>
                <a:lnTo>
                  <a:pt x="50222" y="25111"/>
                </a:lnTo>
                <a:lnTo>
                  <a:pt x="50222" y="24044"/>
                </a:lnTo>
                <a:lnTo>
                  <a:pt x="50159" y="23039"/>
                </a:lnTo>
                <a:lnTo>
                  <a:pt x="50096" y="22035"/>
                </a:lnTo>
                <a:lnTo>
                  <a:pt x="49970" y="21030"/>
                </a:lnTo>
                <a:lnTo>
                  <a:pt x="49782" y="20089"/>
                </a:lnTo>
                <a:lnTo>
                  <a:pt x="49594" y="19147"/>
                </a:lnTo>
                <a:lnTo>
                  <a:pt x="49343" y="18143"/>
                </a:lnTo>
                <a:lnTo>
                  <a:pt x="49029" y="17201"/>
                </a:lnTo>
                <a:lnTo>
                  <a:pt x="48715" y="16322"/>
                </a:lnTo>
                <a:lnTo>
                  <a:pt x="48338" y="15381"/>
                </a:lnTo>
                <a:lnTo>
                  <a:pt x="47962" y="14502"/>
                </a:lnTo>
                <a:lnTo>
                  <a:pt x="47522" y="13623"/>
                </a:lnTo>
                <a:lnTo>
                  <a:pt x="47083" y="12744"/>
                </a:lnTo>
                <a:lnTo>
                  <a:pt x="46581" y="11865"/>
                </a:lnTo>
                <a:lnTo>
                  <a:pt x="46016" y="11049"/>
                </a:lnTo>
                <a:lnTo>
                  <a:pt x="45388" y="10170"/>
                </a:lnTo>
                <a:lnTo>
                  <a:pt x="44823" y="9354"/>
                </a:lnTo>
                <a:lnTo>
                  <a:pt x="44132" y="8601"/>
                </a:lnTo>
                <a:lnTo>
                  <a:pt x="43504" y="7847"/>
                </a:lnTo>
                <a:lnTo>
                  <a:pt x="42814" y="7157"/>
                </a:lnTo>
                <a:lnTo>
                  <a:pt x="42123" y="6466"/>
                </a:lnTo>
                <a:lnTo>
                  <a:pt x="41370" y="5838"/>
                </a:lnTo>
                <a:lnTo>
                  <a:pt x="40617" y="5211"/>
                </a:lnTo>
                <a:lnTo>
                  <a:pt x="39801" y="4583"/>
                </a:lnTo>
                <a:lnTo>
                  <a:pt x="38985" y="4081"/>
                </a:lnTo>
                <a:lnTo>
                  <a:pt x="38168" y="3516"/>
                </a:lnTo>
                <a:lnTo>
                  <a:pt x="37290" y="3076"/>
                </a:lnTo>
                <a:lnTo>
                  <a:pt x="36411" y="2574"/>
                </a:lnTo>
                <a:lnTo>
                  <a:pt x="35532" y="2197"/>
                </a:lnTo>
                <a:lnTo>
                  <a:pt x="34590" y="1821"/>
                </a:lnTo>
                <a:lnTo>
                  <a:pt x="33648" y="1444"/>
                </a:lnTo>
                <a:lnTo>
                  <a:pt x="32644" y="1130"/>
                </a:lnTo>
                <a:lnTo>
                  <a:pt x="32644" y="6529"/>
                </a:lnTo>
                <a:lnTo>
                  <a:pt x="34088" y="7157"/>
                </a:lnTo>
                <a:lnTo>
                  <a:pt x="35406" y="7847"/>
                </a:lnTo>
                <a:lnTo>
                  <a:pt x="36662" y="8663"/>
                </a:lnTo>
                <a:lnTo>
                  <a:pt x="37792" y="9542"/>
                </a:lnTo>
                <a:lnTo>
                  <a:pt x="38922" y="10484"/>
                </a:lnTo>
                <a:lnTo>
                  <a:pt x="39926" y="11551"/>
                </a:lnTo>
                <a:lnTo>
                  <a:pt x="40931" y="12681"/>
                </a:lnTo>
                <a:lnTo>
                  <a:pt x="41809" y="13874"/>
                </a:lnTo>
                <a:lnTo>
                  <a:pt x="42626" y="15192"/>
                </a:lnTo>
                <a:lnTo>
                  <a:pt x="43316" y="16511"/>
                </a:lnTo>
                <a:lnTo>
                  <a:pt x="43881" y="17829"/>
                </a:lnTo>
                <a:lnTo>
                  <a:pt x="44383" y="19210"/>
                </a:lnTo>
                <a:lnTo>
                  <a:pt x="44760" y="20654"/>
                </a:lnTo>
                <a:lnTo>
                  <a:pt x="45011" y="22098"/>
                </a:lnTo>
                <a:lnTo>
                  <a:pt x="45199" y="23604"/>
                </a:lnTo>
                <a:lnTo>
                  <a:pt x="45199" y="25111"/>
                </a:lnTo>
                <a:lnTo>
                  <a:pt x="45199" y="26115"/>
                </a:lnTo>
                <a:lnTo>
                  <a:pt x="45137" y="27183"/>
                </a:lnTo>
                <a:lnTo>
                  <a:pt x="45011" y="28187"/>
                </a:lnTo>
                <a:lnTo>
                  <a:pt x="44886" y="29129"/>
                </a:lnTo>
                <a:lnTo>
                  <a:pt x="44634" y="30133"/>
                </a:lnTo>
                <a:lnTo>
                  <a:pt x="44383" y="31075"/>
                </a:lnTo>
                <a:lnTo>
                  <a:pt x="44132" y="31954"/>
                </a:lnTo>
                <a:lnTo>
                  <a:pt x="43756" y="32895"/>
                </a:lnTo>
                <a:lnTo>
                  <a:pt x="43379" y="33774"/>
                </a:lnTo>
                <a:lnTo>
                  <a:pt x="42939" y="34590"/>
                </a:lnTo>
                <a:lnTo>
                  <a:pt x="42500" y="35469"/>
                </a:lnTo>
                <a:lnTo>
                  <a:pt x="41935" y="36285"/>
                </a:lnTo>
                <a:lnTo>
                  <a:pt x="41370" y="37101"/>
                </a:lnTo>
                <a:lnTo>
                  <a:pt x="40742" y="37855"/>
                </a:lnTo>
                <a:lnTo>
                  <a:pt x="40114" y="38608"/>
                </a:lnTo>
                <a:lnTo>
                  <a:pt x="39361" y="39361"/>
                </a:lnTo>
                <a:lnTo>
                  <a:pt x="38671" y="40052"/>
                </a:lnTo>
                <a:lnTo>
                  <a:pt x="37917" y="40743"/>
                </a:lnTo>
                <a:lnTo>
                  <a:pt x="37101" y="41308"/>
                </a:lnTo>
                <a:lnTo>
                  <a:pt x="36285" y="41935"/>
                </a:lnTo>
                <a:lnTo>
                  <a:pt x="35469" y="42437"/>
                </a:lnTo>
                <a:lnTo>
                  <a:pt x="34653" y="42877"/>
                </a:lnTo>
                <a:lnTo>
                  <a:pt x="33774" y="43316"/>
                </a:lnTo>
                <a:lnTo>
                  <a:pt x="32895" y="43756"/>
                </a:lnTo>
                <a:lnTo>
                  <a:pt x="32016" y="44070"/>
                </a:lnTo>
                <a:lnTo>
                  <a:pt x="31075" y="44384"/>
                </a:lnTo>
                <a:lnTo>
                  <a:pt x="30133" y="44635"/>
                </a:lnTo>
                <a:lnTo>
                  <a:pt x="29191" y="44823"/>
                </a:lnTo>
                <a:lnTo>
                  <a:pt x="28187" y="45011"/>
                </a:lnTo>
                <a:lnTo>
                  <a:pt x="27182" y="45074"/>
                </a:lnTo>
                <a:lnTo>
                  <a:pt x="26178" y="45137"/>
                </a:lnTo>
                <a:lnTo>
                  <a:pt x="25111" y="45200"/>
                </a:lnTo>
                <a:lnTo>
                  <a:pt x="24106" y="45137"/>
                </a:lnTo>
                <a:lnTo>
                  <a:pt x="23102" y="45074"/>
                </a:lnTo>
                <a:lnTo>
                  <a:pt x="22097" y="45011"/>
                </a:lnTo>
                <a:lnTo>
                  <a:pt x="21093" y="44823"/>
                </a:lnTo>
                <a:lnTo>
                  <a:pt x="20151" y="44635"/>
                </a:lnTo>
                <a:lnTo>
                  <a:pt x="19210" y="44384"/>
                </a:lnTo>
                <a:lnTo>
                  <a:pt x="18268" y="44070"/>
                </a:lnTo>
                <a:lnTo>
                  <a:pt x="17389" y="43756"/>
                </a:lnTo>
                <a:lnTo>
                  <a:pt x="16510" y="43316"/>
                </a:lnTo>
                <a:lnTo>
                  <a:pt x="15631" y="42877"/>
                </a:lnTo>
                <a:lnTo>
                  <a:pt x="14815" y="42437"/>
                </a:lnTo>
                <a:lnTo>
                  <a:pt x="13999" y="41935"/>
                </a:lnTo>
                <a:lnTo>
                  <a:pt x="13183" y="41308"/>
                </a:lnTo>
                <a:lnTo>
                  <a:pt x="12367" y="40743"/>
                </a:lnTo>
                <a:lnTo>
                  <a:pt x="11614" y="40052"/>
                </a:lnTo>
                <a:lnTo>
                  <a:pt x="10860" y="39361"/>
                </a:lnTo>
                <a:lnTo>
                  <a:pt x="10170" y="38608"/>
                </a:lnTo>
                <a:lnTo>
                  <a:pt x="9542" y="37855"/>
                </a:lnTo>
                <a:lnTo>
                  <a:pt x="8914" y="37101"/>
                </a:lnTo>
                <a:lnTo>
                  <a:pt x="8349" y="36285"/>
                </a:lnTo>
                <a:lnTo>
                  <a:pt x="7784" y="35469"/>
                </a:lnTo>
                <a:lnTo>
                  <a:pt x="7345" y="34590"/>
                </a:lnTo>
                <a:lnTo>
                  <a:pt x="6905" y="33774"/>
                </a:lnTo>
                <a:lnTo>
                  <a:pt x="6529" y="32895"/>
                </a:lnTo>
                <a:lnTo>
                  <a:pt x="6152" y="31954"/>
                </a:lnTo>
                <a:lnTo>
                  <a:pt x="5901" y="31075"/>
                </a:lnTo>
                <a:lnTo>
                  <a:pt x="5650" y="30133"/>
                </a:lnTo>
                <a:lnTo>
                  <a:pt x="5399" y="29129"/>
                </a:lnTo>
                <a:lnTo>
                  <a:pt x="5273" y="28187"/>
                </a:lnTo>
                <a:lnTo>
                  <a:pt x="5148" y="27183"/>
                </a:lnTo>
                <a:lnTo>
                  <a:pt x="5085" y="26115"/>
                </a:lnTo>
                <a:lnTo>
                  <a:pt x="5022" y="25111"/>
                </a:lnTo>
                <a:lnTo>
                  <a:pt x="5085" y="23604"/>
                </a:lnTo>
                <a:lnTo>
                  <a:pt x="5273" y="22098"/>
                </a:lnTo>
                <a:lnTo>
                  <a:pt x="5524" y="20654"/>
                </a:lnTo>
                <a:lnTo>
                  <a:pt x="5901" y="19210"/>
                </a:lnTo>
                <a:lnTo>
                  <a:pt x="6403" y="17829"/>
                </a:lnTo>
                <a:lnTo>
                  <a:pt x="6968" y="16511"/>
                </a:lnTo>
                <a:lnTo>
                  <a:pt x="7659" y="15192"/>
                </a:lnTo>
                <a:lnTo>
                  <a:pt x="8475" y="13874"/>
                </a:lnTo>
                <a:lnTo>
                  <a:pt x="9354" y="12681"/>
                </a:lnTo>
                <a:lnTo>
                  <a:pt x="10358" y="11551"/>
                </a:lnTo>
                <a:lnTo>
                  <a:pt x="11363" y="10484"/>
                </a:lnTo>
                <a:lnTo>
                  <a:pt x="12493" y="9542"/>
                </a:lnTo>
                <a:lnTo>
                  <a:pt x="13623" y="8663"/>
                </a:lnTo>
                <a:lnTo>
                  <a:pt x="14878" y="7847"/>
                </a:lnTo>
                <a:lnTo>
                  <a:pt x="16196" y="7157"/>
                </a:lnTo>
                <a:lnTo>
                  <a:pt x="17578" y="6529"/>
                </a:lnTo>
                <a:lnTo>
                  <a:pt x="17578" y="113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descr="Download icon." id="442" name="Google Shape;442;p50"/>
          <p:cNvSpPr/>
          <p:nvPr/>
        </p:nvSpPr>
        <p:spPr>
          <a:xfrm>
            <a:off x="8437982" y="461025"/>
            <a:ext cx="236797" cy="236797"/>
          </a:xfrm>
          <a:custGeom>
            <a:rect b="b" l="l" r="r" t="t"/>
            <a:pathLst>
              <a:path extrusionOk="0" h="50222" w="50222">
                <a:moveTo>
                  <a:pt x="22600" y="0"/>
                </a:moveTo>
                <a:lnTo>
                  <a:pt x="22600" y="25550"/>
                </a:lnTo>
                <a:lnTo>
                  <a:pt x="16071" y="19084"/>
                </a:lnTo>
                <a:lnTo>
                  <a:pt x="12555" y="22600"/>
                </a:lnTo>
                <a:lnTo>
                  <a:pt x="25111" y="35155"/>
                </a:lnTo>
                <a:lnTo>
                  <a:pt x="37666" y="22600"/>
                </a:lnTo>
                <a:lnTo>
                  <a:pt x="34151" y="19084"/>
                </a:lnTo>
                <a:lnTo>
                  <a:pt x="27622" y="25550"/>
                </a:lnTo>
                <a:lnTo>
                  <a:pt x="27622" y="0"/>
                </a:lnTo>
                <a:close/>
                <a:moveTo>
                  <a:pt x="17578" y="1130"/>
                </a:moveTo>
                <a:lnTo>
                  <a:pt x="16636" y="1444"/>
                </a:lnTo>
                <a:lnTo>
                  <a:pt x="15694" y="1821"/>
                </a:lnTo>
                <a:lnTo>
                  <a:pt x="14753" y="2197"/>
                </a:lnTo>
                <a:lnTo>
                  <a:pt x="13874" y="2574"/>
                </a:lnTo>
                <a:lnTo>
                  <a:pt x="12995" y="3076"/>
                </a:lnTo>
                <a:lnTo>
                  <a:pt x="12116" y="3516"/>
                </a:lnTo>
                <a:lnTo>
                  <a:pt x="11300" y="4081"/>
                </a:lnTo>
                <a:lnTo>
                  <a:pt x="10484" y="4583"/>
                </a:lnTo>
                <a:lnTo>
                  <a:pt x="9668" y="5211"/>
                </a:lnTo>
                <a:lnTo>
                  <a:pt x="8914" y="5838"/>
                </a:lnTo>
                <a:lnTo>
                  <a:pt x="8161" y="6466"/>
                </a:lnTo>
                <a:lnTo>
                  <a:pt x="7470" y="7157"/>
                </a:lnTo>
                <a:lnTo>
                  <a:pt x="6780" y="7847"/>
                </a:lnTo>
                <a:lnTo>
                  <a:pt x="6089" y="8601"/>
                </a:lnTo>
                <a:lnTo>
                  <a:pt x="5462" y="9354"/>
                </a:lnTo>
                <a:lnTo>
                  <a:pt x="4834" y="10170"/>
                </a:lnTo>
                <a:lnTo>
                  <a:pt x="4269" y="11049"/>
                </a:lnTo>
                <a:lnTo>
                  <a:pt x="3704" y="11865"/>
                </a:lnTo>
                <a:lnTo>
                  <a:pt x="3202" y="12744"/>
                </a:lnTo>
                <a:lnTo>
                  <a:pt x="2762" y="13623"/>
                </a:lnTo>
                <a:lnTo>
                  <a:pt x="2323" y="14502"/>
                </a:lnTo>
                <a:lnTo>
                  <a:pt x="1946" y="15381"/>
                </a:lnTo>
                <a:lnTo>
                  <a:pt x="1569" y="16322"/>
                </a:lnTo>
                <a:lnTo>
                  <a:pt x="1256" y="17201"/>
                </a:lnTo>
                <a:lnTo>
                  <a:pt x="942" y="18143"/>
                </a:lnTo>
                <a:lnTo>
                  <a:pt x="691" y="19147"/>
                </a:lnTo>
                <a:lnTo>
                  <a:pt x="502" y="20089"/>
                </a:lnTo>
                <a:lnTo>
                  <a:pt x="314" y="21030"/>
                </a:lnTo>
                <a:lnTo>
                  <a:pt x="188" y="22035"/>
                </a:lnTo>
                <a:lnTo>
                  <a:pt x="126" y="23039"/>
                </a:lnTo>
                <a:lnTo>
                  <a:pt x="63" y="24044"/>
                </a:lnTo>
                <a:lnTo>
                  <a:pt x="0" y="25111"/>
                </a:lnTo>
                <a:lnTo>
                  <a:pt x="63" y="26367"/>
                </a:lnTo>
                <a:lnTo>
                  <a:pt x="126" y="27685"/>
                </a:lnTo>
                <a:lnTo>
                  <a:pt x="314" y="28940"/>
                </a:lnTo>
                <a:lnTo>
                  <a:pt x="502" y="30133"/>
                </a:lnTo>
                <a:lnTo>
                  <a:pt x="816" y="31389"/>
                </a:lnTo>
                <a:lnTo>
                  <a:pt x="1130" y="32581"/>
                </a:lnTo>
                <a:lnTo>
                  <a:pt x="1569" y="33711"/>
                </a:lnTo>
                <a:lnTo>
                  <a:pt x="2009" y="34904"/>
                </a:lnTo>
                <a:lnTo>
                  <a:pt x="2511" y="36034"/>
                </a:lnTo>
                <a:lnTo>
                  <a:pt x="3076" y="37101"/>
                </a:lnTo>
                <a:lnTo>
                  <a:pt x="3704" y="38169"/>
                </a:lnTo>
                <a:lnTo>
                  <a:pt x="4332" y="39173"/>
                </a:lnTo>
                <a:lnTo>
                  <a:pt x="5022" y="40178"/>
                </a:lnTo>
                <a:lnTo>
                  <a:pt x="5775" y="41119"/>
                </a:lnTo>
                <a:lnTo>
                  <a:pt x="6529" y="41998"/>
                </a:lnTo>
                <a:lnTo>
                  <a:pt x="7345" y="42877"/>
                </a:lnTo>
                <a:lnTo>
                  <a:pt x="8224" y="43693"/>
                </a:lnTo>
                <a:lnTo>
                  <a:pt x="9165" y="44446"/>
                </a:lnTo>
                <a:lnTo>
                  <a:pt x="10107" y="45200"/>
                </a:lnTo>
                <a:lnTo>
                  <a:pt x="11049" y="45890"/>
                </a:lnTo>
                <a:lnTo>
                  <a:pt x="12053" y="46581"/>
                </a:lnTo>
                <a:lnTo>
                  <a:pt x="13120" y="47146"/>
                </a:lnTo>
                <a:lnTo>
                  <a:pt x="14250" y="47711"/>
                </a:lnTo>
                <a:lnTo>
                  <a:pt x="15318" y="48213"/>
                </a:lnTo>
                <a:lnTo>
                  <a:pt x="16510" y="48715"/>
                </a:lnTo>
                <a:lnTo>
                  <a:pt x="17703" y="49092"/>
                </a:lnTo>
                <a:lnTo>
                  <a:pt x="18896" y="49469"/>
                </a:lnTo>
                <a:lnTo>
                  <a:pt x="20089" y="49720"/>
                </a:lnTo>
                <a:lnTo>
                  <a:pt x="21344" y="49908"/>
                </a:lnTo>
                <a:lnTo>
                  <a:pt x="22600" y="50096"/>
                </a:lnTo>
                <a:lnTo>
                  <a:pt x="23855" y="50159"/>
                </a:lnTo>
                <a:lnTo>
                  <a:pt x="25111" y="50222"/>
                </a:lnTo>
                <a:lnTo>
                  <a:pt x="26429" y="50159"/>
                </a:lnTo>
                <a:lnTo>
                  <a:pt x="27685" y="50096"/>
                </a:lnTo>
                <a:lnTo>
                  <a:pt x="28940" y="49908"/>
                </a:lnTo>
                <a:lnTo>
                  <a:pt x="30196" y="49720"/>
                </a:lnTo>
                <a:lnTo>
                  <a:pt x="31388" y="49469"/>
                </a:lnTo>
                <a:lnTo>
                  <a:pt x="32581" y="49092"/>
                </a:lnTo>
                <a:lnTo>
                  <a:pt x="33774" y="48715"/>
                </a:lnTo>
                <a:lnTo>
                  <a:pt x="34904" y="48213"/>
                </a:lnTo>
                <a:lnTo>
                  <a:pt x="36034" y="47711"/>
                </a:lnTo>
                <a:lnTo>
                  <a:pt x="37164" y="47146"/>
                </a:lnTo>
                <a:lnTo>
                  <a:pt x="38231" y="46581"/>
                </a:lnTo>
                <a:lnTo>
                  <a:pt x="39236" y="45890"/>
                </a:lnTo>
                <a:lnTo>
                  <a:pt x="40177" y="45200"/>
                </a:lnTo>
                <a:lnTo>
                  <a:pt x="41119" y="44446"/>
                </a:lnTo>
                <a:lnTo>
                  <a:pt x="42061" y="43693"/>
                </a:lnTo>
                <a:lnTo>
                  <a:pt x="42877" y="42877"/>
                </a:lnTo>
                <a:lnTo>
                  <a:pt x="43756" y="41998"/>
                </a:lnTo>
                <a:lnTo>
                  <a:pt x="44509" y="41119"/>
                </a:lnTo>
                <a:lnTo>
                  <a:pt x="45262" y="40178"/>
                </a:lnTo>
                <a:lnTo>
                  <a:pt x="45953" y="39173"/>
                </a:lnTo>
                <a:lnTo>
                  <a:pt x="46581" y="38169"/>
                </a:lnTo>
                <a:lnTo>
                  <a:pt x="47208" y="37101"/>
                </a:lnTo>
                <a:lnTo>
                  <a:pt x="47773" y="36034"/>
                </a:lnTo>
                <a:lnTo>
                  <a:pt x="48275" y="34904"/>
                </a:lnTo>
                <a:lnTo>
                  <a:pt x="48715" y="33711"/>
                </a:lnTo>
                <a:lnTo>
                  <a:pt x="49154" y="32581"/>
                </a:lnTo>
                <a:lnTo>
                  <a:pt x="49468" y="31389"/>
                </a:lnTo>
                <a:lnTo>
                  <a:pt x="49782" y="30133"/>
                </a:lnTo>
                <a:lnTo>
                  <a:pt x="49970" y="28940"/>
                </a:lnTo>
                <a:lnTo>
                  <a:pt x="50159" y="27685"/>
                </a:lnTo>
                <a:lnTo>
                  <a:pt x="50222" y="26367"/>
                </a:lnTo>
                <a:lnTo>
                  <a:pt x="50222" y="25111"/>
                </a:lnTo>
                <a:lnTo>
                  <a:pt x="50222" y="24044"/>
                </a:lnTo>
                <a:lnTo>
                  <a:pt x="50159" y="23039"/>
                </a:lnTo>
                <a:lnTo>
                  <a:pt x="50096" y="22035"/>
                </a:lnTo>
                <a:lnTo>
                  <a:pt x="49970" y="21030"/>
                </a:lnTo>
                <a:lnTo>
                  <a:pt x="49782" y="20089"/>
                </a:lnTo>
                <a:lnTo>
                  <a:pt x="49594" y="19147"/>
                </a:lnTo>
                <a:lnTo>
                  <a:pt x="49343" y="18143"/>
                </a:lnTo>
                <a:lnTo>
                  <a:pt x="49029" y="17201"/>
                </a:lnTo>
                <a:lnTo>
                  <a:pt x="48715" y="16322"/>
                </a:lnTo>
                <a:lnTo>
                  <a:pt x="48338" y="15381"/>
                </a:lnTo>
                <a:lnTo>
                  <a:pt x="47962" y="14502"/>
                </a:lnTo>
                <a:lnTo>
                  <a:pt x="47522" y="13623"/>
                </a:lnTo>
                <a:lnTo>
                  <a:pt x="47083" y="12744"/>
                </a:lnTo>
                <a:lnTo>
                  <a:pt x="46581" y="11865"/>
                </a:lnTo>
                <a:lnTo>
                  <a:pt x="46016" y="11049"/>
                </a:lnTo>
                <a:lnTo>
                  <a:pt x="45388" y="10170"/>
                </a:lnTo>
                <a:lnTo>
                  <a:pt x="44823" y="9354"/>
                </a:lnTo>
                <a:lnTo>
                  <a:pt x="44132" y="8601"/>
                </a:lnTo>
                <a:lnTo>
                  <a:pt x="43504" y="7847"/>
                </a:lnTo>
                <a:lnTo>
                  <a:pt x="42814" y="7157"/>
                </a:lnTo>
                <a:lnTo>
                  <a:pt x="42123" y="6466"/>
                </a:lnTo>
                <a:lnTo>
                  <a:pt x="41370" y="5838"/>
                </a:lnTo>
                <a:lnTo>
                  <a:pt x="40617" y="5211"/>
                </a:lnTo>
                <a:lnTo>
                  <a:pt x="39801" y="4583"/>
                </a:lnTo>
                <a:lnTo>
                  <a:pt x="38985" y="4081"/>
                </a:lnTo>
                <a:lnTo>
                  <a:pt x="38168" y="3516"/>
                </a:lnTo>
                <a:lnTo>
                  <a:pt x="37290" y="3076"/>
                </a:lnTo>
                <a:lnTo>
                  <a:pt x="36411" y="2574"/>
                </a:lnTo>
                <a:lnTo>
                  <a:pt x="35532" y="2197"/>
                </a:lnTo>
                <a:lnTo>
                  <a:pt x="34590" y="1821"/>
                </a:lnTo>
                <a:lnTo>
                  <a:pt x="33648" y="1444"/>
                </a:lnTo>
                <a:lnTo>
                  <a:pt x="32644" y="1130"/>
                </a:lnTo>
                <a:lnTo>
                  <a:pt x="32644" y="6529"/>
                </a:lnTo>
                <a:lnTo>
                  <a:pt x="34088" y="7157"/>
                </a:lnTo>
                <a:lnTo>
                  <a:pt x="35406" y="7847"/>
                </a:lnTo>
                <a:lnTo>
                  <a:pt x="36662" y="8663"/>
                </a:lnTo>
                <a:lnTo>
                  <a:pt x="37792" y="9542"/>
                </a:lnTo>
                <a:lnTo>
                  <a:pt x="38922" y="10484"/>
                </a:lnTo>
                <a:lnTo>
                  <a:pt x="39926" y="11551"/>
                </a:lnTo>
                <a:lnTo>
                  <a:pt x="40931" y="12681"/>
                </a:lnTo>
                <a:lnTo>
                  <a:pt x="41809" y="13874"/>
                </a:lnTo>
                <a:lnTo>
                  <a:pt x="42626" y="15192"/>
                </a:lnTo>
                <a:lnTo>
                  <a:pt x="43316" y="16511"/>
                </a:lnTo>
                <a:lnTo>
                  <a:pt x="43881" y="17829"/>
                </a:lnTo>
                <a:lnTo>
                  <a:pt x="44383" y="19210"/>
                </a:lnTo>
                <a:lnTo>
                  <a:pt x="44760" y="20654"/>
                </a:lnTo>
                <a:lnTo>
                  <a:pt x="45011" y="22098"/>
                </a:lnTo>
                <a:lnTo>
                  <a:pt x="45199" y="23604"/>
                </a:lnTo>
                <a:lnTo>
                  <a:pt x="45199" y="25111"/>
                </a:lnTo>
                <a:lnTo>
                  <a:pt x="45199" y="26115"/>
                </a:lnTo>
                <a:lnTo>
                  <a:pt x="45137" y="27183"/>
                </a:lnTo>
                <a:lnTo>
                  <a:pt x="45011" y="28187"/>
                </a:lnTo>
                <a:lnTo>
                  <a:pt x="44886" y="29129"/>
                </a:lnTo>
                <a:lnTo>
                  <a:pt x="44634" y="30133"/>
                </a:lnTo>
                <a:lnTo>
                  <a:pt x="44383" y="31075"/>
                </a:lnTo>
                <a:lnTo>
                  <a:pt x="44132" y="31954"/>
                </a:lnTo>
                <a:lnTo>
                  <a:pt x="43756" y="32895"/>
                </a:lnTo>
                <a:lnTo>
                  <a:pt x="43379" y="33774"/>
                </a:lnTo>
                <a:lnTo>
                  <a:pt x="42939" y="34590"/>
                </a:lnTo>
                <a:lnTo>
                  <a:pt x="42500" y="35469"/>
                </a:lnTo>
                <a:lnTo>
                  <a:pt x="41935" y="36285"/>
                </a:lnTo>
                <a:lnTo>
                  <a:pt x="41370" y="37101"/>
                </a:lnTo>
                <a:lnTo>
                  <a:pt x="40742" y="37855"/>
                </a:lnTo>
                <a:lnTo>
                  <a:pt x="40114" y="38608"/>
                </a:lnTo>
                <a:lnTo>
                  <a:pt x="39361" y="39361"/>
                </a:lnTo>
                <a:lnTo>
                  <a:pt x="38671" y="40052"/>
                </a:lnTo>
                <a:lnTo>
                  <a:pt x="37917" y="40743"/>
                </a:lnTo>
                <a:lnTo>
                  <a:pt x="37101" y="41308"/>
                </a:lnTo>
                <a:lnTo>
                  <a:pt x="36285" y="41935"/>
                </a:lnTo>
                <a:lnTo>
                  <a:pt x="35469" y="42437"/>
                </a:lnTo>
                <a:lnTo>
                  <a:pt x="34653" y="42877"/>
                </a:lnTo>
                <a:lnTo>
                  <a:pt x="33774" y="43316"/>
                </a:lnTo>
                <a:lnTo>
                  <a:pt x="32895" y="43756"/>
                </a:lnTo>
                <a:lnTo>
                  <a:pt x="32016" y="44070"/>
                </a:lnTo>
                <a:lnTo>
                  <a:pt x="31075" y="44384"/>
                </a:lnTo>
                <a:lnTo>
                  <a:pt x="30133" y="44635"/>
                </a:lnTo>
                <a:lnTo>
                  <a:pt x="29191" y="44823"/>
                </a:lnTo>
                <a:lnTo>
                  <a:pt x="28187" y="45011"/>
                </a:lnTo>
                <a:lnTo>
                  <a:pt x="27182" y="45074"/>
                </a:lnTo>
                <a:lnTo>
                  <a:pt x="26178" y="45137"/>
                </a:lnTo>
                <a:lnTo>
                  <a:pt x="25111" y="45200"/>
                </a:lnTo>
                <a:lnTo>
                  <a:pt x="24106" y="45137"/>
                </a:lnTo>
                <a:lnTo>
                  <a:pt x="23102" y="45074"/>
                </a:lnTo>
                <a:lnTo>
                  <a:pt x="22097" y="45011"/>
                </a:lnTo>
                <a:lnTo>
                  <a:pt x="21093" y="44823"/>
                </a:lnTo>
                <a:lnTo>
                  <a:pt x="20151" y="44635"/>
                </a:lnTo>
                <a:lnTo>
                  <a:pt x="19210" y="44384"/>
                </a:lnTo>
                <a:lnTo>
                  <a:pt x="18268" y="44070"/>
                </a:lnTo>
                <a:lnTo>
                  <a:pt x="17389" y="43756"/>
                </a:lnTo>
                <a:lnTo>
                  <a:pt x="16510" y="43316"/>
                </a:lnTo>
                <a:lnTo>
                  <a:pt x="15631" y="42877"/>
                </a:lnTo>
                <a:lnTo>
                  <a:pt x="14815" y="42437"/>
                </a:lnTo>
                <a:lnTo>
                  <a:pt x="13999" y="41935"/>
                </a:lnTo>
                <a:lnTo>
                  <a:pt x="13183" y="41308"/>
                </a:lnTo>
                <a:lnTo>
                  <a:pt x="12367" y="40743"/>
                </a:lnTo>
                <a:lnTo>
                  <a:pt x="11614" y="40052"/>
                </a:lnTo>
                <a:lnTo>
                  <a:pt x="10860" y="39361"/>
                </a:lnTo>
                <a:lnTo>
                  <a:pt x="10170" y="38608"/>
                </a:lnTo>
                <a:lnTo>
                  <a:pt x="9542" y="37855"/>
                </a:lnTo>
                <a:lnTo>
                  <a:pt x="8914" y="37101"/>
                </a:lnTo>
                <a:lnTo>
                  <a:pt x="8349" y="36285"/>
                </a:lnTo>
                <a:lnTo>
                  <a:pt x="7784" y="35469"/>
                </a:lnTo>
                <a:lnTo>
                  <a:pt x="7345" y="34590"/>
                </a:lnTo>
                <a:lnTo>
                  <a:pt x="6905" y="33774"/>
                </a:lnTo>
                <a:lnTo>
                  <a:pt x="6529" y="32895"/>
                </a:lnTo>
                <a:lnTo>
                  <a:pt x="6152" y="31954"/>
                </a:lnTo>
                <a:lnTo>
                  <a:pt x="5901" y="31075"/>
                </a:lnTo>
                <a:lnTo>
                  <a:pt x="5650" y="30133"/>
                </a:lnTo>
                <a:lnTo>
                  <a:pt x="5399" y="29129"/>
                </a:lnTo>
                <a:lnTo>
                  <a:pt x="5273" y="28187"/>
                </a:lnTo>
                <a:lnTo>
                  <a:pt x="5148" y="27183"/>
                </a:lnTo>
                <a:lnTo>
                  <a:pt x="5085" y="26115"/>
                </a:lnTo>
                <a:lnTo>
                  <a:pt x="5022" y="25111"/>
                </a:lnTo>
                <a:lnTo>
                  <a:pt x="5085" y="23604"/>
                </a:lnTo>
                <a:lnTo>
                  <a:pt x="5273" y="22098"/>
                </a:lnTo>
                <a:lnTo>
                  <a:pt x="5524" y="20654"/>
                </a:lnTo>
                <a:lnTo>
                  <a:pt x="5901" y="19210"/>
                </a:lnTo>
                <a:lnTo>
                  <a:pt x="6403" y="17829"/>
                </a:lnTo>
                <a:lnTo>
                  <a:pt x="6968" y="16511"/>
                </a:lnTo>
                <a:lnTo>
                  <a:pt x="7659" y="15192"/>
                </a:lnTo>
                <a:lnTo>
                  <a:pt x="8475" y="13874"/>
                </a:lnTo>
                <a:lnTo>
                  <a:pt x="9354" y="12681"/>
                </a:lnTo>
                <a:lnTo>
                  <a:pt x="10358" y="11551"/>
                </a:lnTo>
                <a:lnTo>
                  <a:pt x="11363" y="10484"/>
                </a:lnTo>
                <a:lnTo>
                  <a:pt x="12493" y="9542"/>
                </a:lnTo>
                <a:lnTo>
                  <a:pt x="13623" y="8663"/>
                </a:lnTo>
                <a:lnTo>
                  <a:pt x="14878" y="7847"/>
                </a:lnTo>
                <a:lnTo>
                  <a:pt x="16196" y="7157"/>
                </a:lnTo>
                <a:lnTo>
                  <a:pt x="17578" y="6529"/>
                </a:lnTo>
                <a:lnTo>
                  <a:pt x="17578" y="113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descr="Download icon." id="443" name="Google Shape;443;p50"/>
          <p:cNvSpPr/>
          <p:nvPr/>
        </p:nvSpPr>
        <p:spPr>
          <a:xfrm>
            <a:off x="8437982" y="1926525"/>
            <a:ext cx="236797" cy="236797"/>
          </a:xfrm>
          <a:custGeom>
            <a:rect b="b" l="l" r="r" t="t"/>
            <a:pathLst>
              <a:path extrusionOk="0" h="50222" w="50222">
                <a:moveTo>
                  <a:pt x="22600" y="0"/>
                </a:moveTo>
                <a:lnTo>
                  <a:pt x="22600" y="25550"/>
                </a:lnTo>
                <a:lnTo>
                  <a:pt x="16071" y="19084"/>
                </a:lnTo>
                <a:lnTo>
                  <a:pt x="12555" y="22600"/>
                </a:lnTo>
                <a:lnTo>
                  <a:pt x="25111" y="35155"/>
                </a:lnTo>
                <a:lnTo>
                  <a:pt x="37666" y="22600"/>
                </a:lnTo>
                <a:lnTo>
                  <a:pt x="34151" y="19084"/>
                </a:lnTo>
                <a:lnTo>
                  <a:pt x="27622" y="25550"/>
                </a:lnTo>
                <a:lnTo>
                  <a:pt x="27622" y="0"/>
                </a:lnTo>
                <a:close/>
                <a:moveTo>
                  <a:pt x="17578" y="1130"/>
                </a:moveTo>
                <a:lnTo>
                  <a:pt x="16636" y="1444"/>
                </a:lnTo>
                <a:lnTo>
                  <a:pt x="15694" y="1821"/>
                </a:lnTo>
                <a:lnTo>
                  <a:pt x="14753" y="2197"/>
                </a:lnTo>
                <a:lnTo>
                  <a:pt x="13874" y="2574"/>
                </a:lnTo>
                <a:lnTo>
                  <a:pt x="12995" y="3076"/>
                </a:lnTo>
                <a:lnTo>
                  <a:pt x="12116" y="3516"/>
                </a:lnTo>
                <a:lnTo>
                  <a:pt x="11300" y="4081"/>
                </a:lnTo>
                <a:lnTo>
                  <a:pt x="10484" y="4583"/>
                </a:lnTo>
                <a:lnTo>
                  <a:pt x="9668" y="5211"/>
                </a:lnTo>
                <a:lnTo>
                  <a:pt x="8914" y="5838"/>
                </a:lnTo>
                <a:lnTo>
                  <a:pt x="8161" y="6466"/>
                </a:lnTo>
                <a:lnTo>
                  <a:pt x="7470" y="7157"/>
                </a:lnTo>
                <a:lnTo>
                  <a:pt x="6780" y="7847"/>
                </a:lnTo>
                <a:lnTo>
                  <a:pt x="6089" y="8601"/>
                </a:lnTo>
                <a:lnTo>
                  <a:pt x="5462" y="9354"/>
                </a:lnTo>
                <a:lnTo>
                  <a:pt x="4834" y="10170"/>
                </a:lnTo>
                <a:lnTo>
                  <a:pt x="4269" y="11049"/>
                </a:lnTo>
                <a:lnTo>
                  <a:pt x="3704" y="11865"/>
                </a:lnTo>
                <a:lnTo>
                  <a:pt x="3202" y="12744"/>
                </a:lnTo>
                <a:lnTo>
                  <a:pt x="2762" y="13623"/>
                </a:lnTo>
                <a:lnTo>
                  <a:pt x="2323" y="14502"/>
                </a:lnTo>
                <a:lnTo>
                  <a:pt x="1946" y="15381"/>
                </a:lnTo>
                <a:lnTo>
                  <a:pt x="1569" y="16322"/>
                </a:lnTo>
                <a:lnTo>
                  <a:pt x="1256" y="17201"/>
                </a:lnTo>
                <a:lnTo>
                  <a:pt x="942" y="18143"/>
                </a:lnTo>
                <a:lnTo>
                  <a:pt x="691" y="19147"/>
                </a:lnTo>
                <a:lnTo>
                  <a:pt x="502" y="20089"/>
                </a:lnTo>
                <a:lnTo>
                  <a:pt x="314" y="21030"/>
                </a:lnTo>
                <a:lnTo>
                  <a:pt x="188" y="22035"/>
                </a:lnTo>
                <a:lnTo>
                  <a:pt x="126" y="23039"/>
                </a:lnTo>
                <a:lnTo>
                  <a:pt x="63" y="24044"/>
                </a:lnTo>
                <a:lnTo>
                  <a:pt x="0" y="25111"/>
                </a:lnTo>
                <a:lnTo>
                  <a:pt x="63" y="26367"/>
                </a:lnTo>
                <a:lnTo>
                  <a:pt x="126" y="27685"/>
                </a:lnTo>
                <a:lnTo>
                  <a:pt x="314" y="28940"/>
                </a:lnTo>
                <a:lnTo>
                  <a:pt x="502" y="30133"/>
                </a:lnTo>
                <a:lnTo>
                  <a:pt x="816" y="31389"/>
                </a:lnTo>
                <a:lnTo>
                  <a:pt x="1130" y="32581"/>
                </a:lnTo>
                <a:lnTo>
                  <a:pt x="1569" y="33711"/>
                </a:lnTo>
                <a:lnTo>
                  <a:pt x="2009" y="34904"/>
                </a:lnTo>
                <a:lnTo>
                  <a:pt x="2511" y="36034"/>
                </a:lnTo>
                <a:lnTo>
                  <a:pt x="3076" y="37101"/>
                </a:lnTo>
                <a:lnTo>
                  <a:pt x="3704" y="38169"/>
                </a:lnTo>
                <a:lnTo>
                  <a:pt x="4332" y="39173"/>
                </a:lnTo>
                <a:lnTo>
                  <a:pt x="5022" y="40178"/>
                </a:lnTo>
                <a:lnTo>
                  <a:pt x="5775" y="41119"/>
                </a:lnTo>
                <a:lnTo>
                  <a:pt x="6529" y="41998"/>
                </a:lnTo>
                <a:lnTo>
                  <a:pt x="7345" y="42877"/>
                </a:lnTo>
                <a:lnTo>
                  <a:pt x="8224" y="43693"/>
                </a:lnTo>
                <a:lnTo>
                  <a:pt x="9165" y="44446"/>
                </a:lnTo>
                <a:lnTo>
                  <a:pt x="10107" y="45200"/>
                </a:lnTo>
                <a:lnTo>
                  <a:pt x="11049" y="45890"/>
                </a:lnTo>
                <a:lnTo>
                  <a:pt x="12053" y="46581"/>
                </a:lnTo>
                <a:lnTo>
                  <a:pt x="13120" y="47146"/>
                </a:lnTo>
                <a:lnTo>
                  <a:pt x="14250" y="47711"/>
                </a:lnTo>
                <a:lnTo>
                  <a:pt x="15318" y="48213"/>
                </a:lnTo>
                <a:lnTo>
                  <a:pt x="16510" y="48715"/>
                </a:lnTo>
                <a:lnTo>
                  <a:pt x="17703" y="49092"/>
                </a:lnTo>
                <a:lnTo>
                  <a:pt x="18896" y="49469"/>
                </a:lnTo>
                <a:lnTo>
                  <a:pt x="20089" y="49720"/>
                </a:lnTo>
                <a:lnTo>
                  <a:pt x="21344" y="49908"/>
                </a:lnTo>
                <a:lnTo>
                  <a:pt x="22600" y="50096"/>
                </a:lnTo>
                <a:lnTo>
                  <a:pt x="23855" y="50159"/>
                </a:lnTo>
                <a:lnTo>
                  <a:pt x="25111" y="50222"/>
                </a:lnTo>
                <a:lnTo>
                  <a:pt x="26429" y="50159"/>
                </a:lnTo>
                <a:lnTo>
                  <a:pt x="27685" y="50096"/>
                </a:lnTo>
                <a:lnTo>
                  <a:pt x="28940" y="49908"/>
                </a:lnTo>
                <a:lnTo>
                  <a:pt x="30196" y="49720"/>
                </a:lnTo>
                <a:lnTo>
                  <a:pt x="31388" y="49469"/>
                </a:lnTo>
                <a:lnTo>
                  <a:pt x="32581" y="49092"/>
                </a:lnTo>
                <a:lnTo>
                  <a:pt x="33774" y="48715"/>
                </a:lnTo>
                <a:lnTo>
                  <a:pt x="34904" y="48213"/>
                </a:lnTo>
                <a:lnTo>
                  <a:pt x="36034" y="47711"/>
                </a:lnTo>
                <a:lnTo>
                  <a:pt x="37164" y="47146"/>
                </a:lnTo>
                <a:lnTo>
                  <a:pt x="38231" y="46581"/>
                </a:lnTo>
                <a:lnTo>
                  <a:pt x="39236" y="45890"/>
                </a:lnTo>
                <a:lnTo>
                  <a:pt x="40177" y="45200"/>
                </a:lnTo>
                <a:lnTo>
                  <a:pt x="41119" y="44446"/>
                </a:lnTo>
                <a:lnTo>
                  <a:pt x="42061" y="43693"/>
                </a:lnTo>
                <a:lnTo>
                  <a:pt x="42877" y="42877"/>
                </a:lnTo>
                <a:lnTo>
                  <a:pt x="43756" y="41998"/>
                </a:lnTo>
                <a:lnTo>
                  <a:pt x="44509" y="41119"/>
                </a:lnTo>
                <a:lnTo>
                  <a:pt x="45262" y="40178"/>
                </a:lnTo>
                <a:lnTo>
                  <a:pt x="45953" y="39173"/>
                </a:lnTo>
                <a:lnTo>
                  <a:pt x="46581" y="38169"/>
                </a:lnTo>
                <a:lnTo>
                  <a:pt x="47208" y="37101"/>
                </a:lnTo>
                <a:lnTo>
                  <a:pt x="47773" y="36034"/>
                </a:lnTo>
                <a:lnTo>
                  <a:pt x="48275" y="34904"/>
                </a:lnTo>
                <a:lnTo>
                  <a:pt x="48715" y="33711"/>
                </a:lnTo>
                <a:lnTo>
                  <a:pt x="49154" y="32581"/>
                </a:lnTo>
                <a:lnTo>
                  <a:pt x="49468" y="31389"/>
                </a:lnTo>
                <a:lnTo>
                  <a:pt x="49782" y="30133"/>
                </a:lnTo>
                <a:lnTo>
                  <a:pt x="49970" y="28940"/>
                </a:lnTo>
                <a:lnTo>
                  <a:pt x="50159" y="27685"/>
                </a:lnTo>
                <a:lnTo>
                  <a:pt x="50222" y="26367"/>
                </a:lnTo>
                <a:lnTo>
                  <a:pt x="50222" y="25111"/>
                </a:lnTo>
                <a:lnTo>
                  <a:pt x="50222" y="24044"/>
                </a:lnTo>
                <a:lnTo>
                  <a:pt x="50159" y="23039"/>
                </a:lnTo>
                <a:lnTo>
                  <a:pt x="50096" y="22035"/>
                </a:lnTo>
                <a:lnTo>
                  <a:pt x="49970" y="21030"/>
                </a:lnTo>
                <a:lnTo>
                  <a:pt x="49782" y="20089"/>
                </a:lnTo>
                <a:lnTo>
                  <a:pt x="49594" y="19147"/>
                </a:lnTo>
                <a:lnTo>
                  <a:pt x="49343" y="18143"/>
                </a:lnTo>
                <a:lnTo>
                  <a:pt x="49029" y="17201"/>
                </a:lnTo>
                <a:lnTo>
                  <a:pt x="48715" y="16322"/>
                </a:lnTo>
                <a:lnTo>
                  <a:pt x="48338" y="15381"/>
                </a:lnTo>
                <a:lnTo>
                  <a:pt x="47962" y="14502"/>
                </a:lnTo>
                <a:lnTo>
                  <a:pt x="47522" y="13623"/>
                </a:lnTo>
                <a:lnTo>
                  <a:pt x="47083" y="12744"/>
                </a:lnTo>
                <a:lnTo>
                  <a:pt x="46581" y="11865"/>
                </a:lnTo>
                <a:lnTo>
                  <a:pt x="46016" y="11049"/>
                </a:lnTo>
                <a:lnTo>
                  <a:pt x="45388" y="10170"/>
                </a:lnTo>
                <a:lnTo>
                  <a:pt x="44823" y="9354"/>
                </a:lnTo>
                <a:lnTo>
                  <a:pt x="44132" y="8601"/>
                </a:lnTo>
                <a:lnTo>
                  <a:pt x="43504" y="7847"/>
                </a:lnTo>
                <a:lnTo>
                  <a:pt x="42814" y="7157"/>
                </a:lnTo>
                <a:lnTo>
                  <a:pt x="42123" y="6466"/>
                </a:lnTo>
                <a:lnTo>
                  <a:pt x="41370" y="5838"/>
                </a:lnTo>
                <a:lnTo>
                  <a:pt x="40617" y="5211"/>
                </a:lnTo>
                <a:lnTo>
                  <a:pt x="39801" y="4583"/>
                </a:lnTo>
                <a:lnTo>
                  <a:pt x="38985" y="4081"/>
                </a:lnTo>
                <a:lnTo>
                  <a:pt x="38168" y="3516"/>
                </a:lnTo>
                <a:lnTo>
                  <a:pt x="37290" y="3076"/>
                </a:lnTo>
                <a:lnTo>
                  <a:pt x="36411" y="2574"/>
                </a:lnTo>
                <a:lnTo>
                  <a:pt x="35532" y="2197"/>
                </a:lnTo>
                <a:lnTo>
                  <a:pt x="34590" y="1821"/>
                </a:lnTo>
                <a:lnTo>
                  <a:pt x="33648" y="1444"/>
                </a:lnTo>
                <a:lnTo>
                  <a:pt x="32644" y="1130"/>
                </a:lnTo>
                <a:lnTo>
                  <a:pt x="32644" y="6529"/>
                </a:lnTo>
                <a:lnTo>
                  <a:pt x="34088" y="7157"/>
                </a:lnTo>
                <a:lnTo>
                  <a:pt x="35406" y="7847"/>
                </a:lnTo>
                <a:lnTo>
                  <a:pt x="36662" y="8663"/>
                </a:lnTo>
                <a:lnTo>
                  <a:pt x="37792" y="9542"/>
                </a:lnTo>
                <a:lnTo>
                  <a:pt x="38922" y="10484"/>
                </a:lnTo>
                <a:lnTo>
                  <a:pt x="39926" y="11551"/>
                </a:lnTo>
                <a:lnTo>
                  <a:pt x="40931" y="12681"/>
                </a:lnTo>
                <a:lnTo>
                  <a:pt x="41809" y="13874"/>
                </a:lnTo>
                <a:lnTo>
                  <a:pt x="42626" y="15192"/>
                </a:lnTo>
                <a:lnTo>
                  <a:pt x="43316" y="16511"/>
                </a:lnTo>
                <a:lnTo>
                  <a:pt x="43881" y="17829"/>
                </a:lnTo>
                <a:lnTo>
                  <a:pt x="44383" y="19210"/>
                </a:lnTo>
                <a:lnTo>
                  <a:pt x="44760" y="20654"/>
                </a:lnTo>
                <a:lnTo>
                  <a:pt x="45011" y="22098"/>
                </a:lnTo>
                <a:lnTo>
                  <a:pt x="45199" y="23604"/>
                </a:lnTo>
                <a:lnTo>
                  <a:pt x="45199" y="25111"/>
                </a:lnTo>
                <a:lnTo>
                  <a:pt x="45199" y="26115"/>
                </a:lnTo>
                <a:lnTo>
                  <a:pt x="45137" y="27183"/>
                </a:lnTo>
                <a:lnTo>
                  <a:pt x="45011" y="28187"/>
                </a:lnTo>
                <a:lnTo>
                  <a:pt x="44886" y="29129"/>
                </a:lnTo>
                <a:lnTo>
                  <a:pt x="44634" y="30133"/>
                </a:lnTo>
                <a:lnTo>
                  <a:pt x="44383" y="31075"/>
                </a:lnTo>
                <a:lnTo>
                  <a:pt x="44132" y="31954"/>
                </a:lnTo>
                <a:lnTo>
                  <a:pt x="43756" y="32895"/>
                </a:lnTo>
                <a:lnTo>
                  <a:pt x="43379" y="33774"/>
                </a:lnTo>
                <a:lnTo>
                  <a:pt x="42939" y="34590"/>
                </a:lnTo>
                <a:lnTo>
                  <a:pt x="42500" y="35469"/>
                </a:lnTo>
                <a:lnTo>
                  <a:pt x="41935" y="36285"/>
                </a:lnTo>
                <a:lnTo>
                  <a:pt x="41370" y="37101"/>
                </a:lnTo>
                <a:lnTo>
                  <a:pt x="40742" y="37855"/>
                </a:lnTo>
                <a:lnTo>
                  <a:pt x="40114" y="38608"/>
                </a:lnTo>
                <a:lnTo>
                  <a:pt x="39361" y="39361"/>
                </a:lnTo>
                <a:lnTo>
                  <a:pt x="38671" y="40052"/>
                </a:lnTo>
                <a:lnTo>
                  <a:pt x="37917" y="40743"/>
                </a:lnTo>
                <a:lnTo>
                  <a:pt x="37101" y="41308"/>
                </a:lnTo>
                <a:lnTo>
                  <a:pt x="36285" y="41935"/>
                </a:lnTo>
                <a:lnTo>
                  <a:pt x="35469" y="42437"/>
                </a:lnTo>
                <a:lnTo>
                  <a:pt x="34653" y="42877"/>
                </a:lnTo>
                <a:lnTo>
                  <a:pt x="33774" y="43316"/>
                </a:lnTo>
                <a:lnTo>
                  <a:pt x="32895" y="43756"/>
                </a:lnTo>
                <a:lnTo>
                  <a:pt x="32016" y="44070"/>
                </a:lnTo>
                <a:lnTo>
                  <a:pt x="31075" y="44384"/>
                </a:lnTo>
                <a:lnTo>
                  <a:pt x="30133" y="44635"/>
                </a:lnTo>
                <a:lnTo>
                  <a:pt x="29191" y="44823"/>
                </a:lnTo>
                <a:lnTo>
                  <a:pt x="28187" y="45011"/>
                </a:lnTo>
                <a:lnTo>
                  <a:pt x="27182" y="45074"/>
                </a:lnTo>
                <a:lnTo>
                  <a:pt x="26178" y="45137"/>
                </a:lnTo>
                <a:lnTo>
                  <a:pt x="25111" y="45200"/>
                </a:lnTo>
                <a:lnTo>
                  <a:pt x="24106" y="45137"/>
                </a:lnTo>
                <a:lnTo>
                  <a:pt x="23102" y="45074"/>
                </a:lnTo>
                <a:lnTo>
                  <a:pt x="22097" y="45011"/>
                </a:lnTo>
                <a:lnTo>
                  <a:pt x="21093" y="44823"/>
                </a:lnTo>
                <a:lnTo>
                  <a:pt x="20151" y="44635"/>
                </a:lnTo>
                <a:lnTo>
                  <a:pt x="19210" y="44384"/>
                </a:lnTo>
                <a:lnTo>
                  <a:pt x="18268" y="44070"/>
                </a:lnTo>
                <a:lnTo>
                  <a:pt x="17389" y="43756"/>
                </a:lnTo>
                <a:lnTo>
                  <a:pt x="16510" y="43316"/>
                </a:lnTo>
                <a:lnTo>
                  <a:pt x="15631" y="42877"/>
                </a:lnTo>
                <a:lnTo>
                  <a:pt x="14815" y="42437"/>
                </a:lnTo>
                <a:lnTo>
                  <a:pt x="13999" y="41935"/>
                </a:lnTo>
                <a:lnTo>
                  <a:pt x="13183" y="41308"/>
                </a:lnTo>
                <a:lnTo>
                  <a:pt x="12367" y="40743"/>
                </a:lnTo>
                <a:lnTo>
                  <a:pt x="11614" y="40052"/>
                </a:lnTo>
                <a:lnTo>
                  <a:pt x="10860" y="39361"/>
                </a:lnTo>
                <a:lnTo>
                  <a:pt x="10170" y="38608"/>
                </a:lnTo>
                <a:lnTo>
                  <a:pt x="9542" y="37855"/>
                </a:lnTo>
                <a:lnTo>
                  <a:pt x="8914" y="37101"/>
                </a:lnTo>
                <a:lnTo>
                  <a:pt x="8349" y="36285"/>
                </a:lnTo>
                <a:lnTo>
                  <a:pt x="7784" y="35469"/>
                </a:lnTo>
                <a:lnTo>
                  <a:pt x="7345" y="34590"/>
                </a:lnTo>
                <a:lnTo>
                  <a:pt x="6905" y="33774"/>
                </a:lnTo>
                <a:lnTo>
                  <a:pt x="6529" y="32895"/>
                </a:lnTo>
                <a:lnTo>
                  <a:pt x="6152" y="31954"/>
                </a:lnTo>
                <a:lnTo>
                  <a:pt x="5901" y="31075"/>
                </a:lnTo>
                <a:lnTo>
                  <a:pt x="5650" y="30133"/>
                </a:lnTo>
                <a:lnTo>
                  <a:pt x="5399" y="29129"/>
                </a:lnTo>
                <a:lnTo>
                  <a:pt x="5273" y="28187"/>
                </a:lnTo>
                <a:lnTo>
                  <a:pt x="5148" y="27183"/>
                </a:lnTo>
                <a:lnTo>
                  <a:pt x="5085" y="26115"/>
                </a:lnTo>
                <a:lnTo>
                  <a:pt x="5022" y="25111"/>
                </a:lnTo>
                <a:lnTo>
                  <a:pt x="5085" y="23604"/>
                </a:lnTo>
                <a:lnTo>
                  <a:pt x="5273" y="22098"/>
                </a:lnTo>
                <a:lnTo>
                  <a:pt x="5524" y="20654"/>
                </a:lnTo>
                <a:lnTo>
                  <a:pt x="5901" y="19210"/>
                </a:lnTo>
                <a:lnTo>
                  <a:pt x="6403" y="17829"/>
                </a:lnTo>
                <a:lnTo>
                  <a:pt x="6968" y="16511"/>
                </a:lnTo>
                <a:lnTo>
                  <a:pt x="7659" y="15192"/>
                </a:lnTo>
                <a:lnTo>
                  <a:pt x="8475" y="13874"/>
                </a:lnTo>
                <a:lnTo>
                  <a:pt x="9354" y="12681"/>
                </a:lnTo>
                <a:lnTo>
                  <a:pt x="10358" y="11551"/>
                </a:lnTo>
                <a:lnTo>
                  <a:pt x="11363" y="10484"/>
                </a:lnTo>
                <a:lnTo>
                  <a:pt x="12493" y="9542"/>
                </a:lnTo>
                <a:lnTo>
                  <a:pt x="13623" y="8663"/>
                </a:lnTo>
                <a:lnTo>
                  <a:pt x="14878" y="7847"/>
                </a:lnTo>
                <a:lnTo>
                  <a:pt x="16196" y="7157"/>
                </a:lnTo>
                <a:lnTo>
                  <a:pt x="17578" y="6529"/>
                </a:lnTo>
                <a:lnTo>
                  <a:pt x="17578" y="113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4" name="Google Shape;444;p50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5" name="Google Shape;44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75" y="1751700"/>
            <a:ext cx="2617026" cy="2617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499729" y="3254721"/>
            <a:ext cx="924500" cy="9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1" name="Google Shape;451;p51"/>
          <p:cNvCxnSpPr/>
          <p:nvPr/>
        </p:nvCxnSpPr>
        <p:spPr>
          <a:xfrm>
            <a:off x="283850" y="1116850"/>
            <a:ext cx="277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51"/>
          <p:cNvSpPr txBox="1"/>
          <p:nvPr/>
        </p:nvSpPr>
        <p:spPr>
          <a:xfrm>
            <a:off x="284700" y="456375"/>
            <a:ext cx="26544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Future</a:t>
            </a:r>
            <a:endParaRPr sz="6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Google Shape;453;p5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54" name="Google Shape;454;p51"/>
          <p:cNvCxnSpPr/>
          <p:nvPr/>
        </p:nvCxnSpPr>
        <p:spPr>
          <a:xfrm>
            <a:off x="283850" y="285900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51"/>
          <p:cNvSpPr txBox="1"/>
          <p:nvPr/>
        </p:nvSpPr>
        <p:spPr>
          <a:xfrm>
            <a:off x="315050" y="1306050"/>
            <a:ext cx="2773200" cy="3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Continue to increase mechanics and complexity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 more types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 different moves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57" name="Google Shape;45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6450" y="2290700"/>
            <a:ext cx="2300400" cy="23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9049" y="3400250"/>
            <a:ext cx="1203025" cy="120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2075" y="2803425"/>
            <a:ext cx="1924250" cy="19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